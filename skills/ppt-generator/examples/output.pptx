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Welcome to the expanded example</a:t>
            </a:r>
          </a:p>
          <a:p>
            <a:pPr/>
            <a:r>
              <a:t>This presentation will have 15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Overview of topics</a:t>
            </a:r>
          </a:p>
          <a:p>
            <a:pPr/>
            <a:r>
              <a:t>Deep dive into features</a:t>
            </a:r>
          </a:p>
          <a:p>
            <a:pPr/>
            <a:r>
              <a:t>Future roadmap</a:t>
            </a:r>
          </a:p>
          <a:p>
            <a:pPr/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Increase efficiency</a:t>
            </a:r>
          </a:p>
          <a:p>
            <a:pPr/>
            <a:r>
              <a:t>Automate slide creation</a:t>
            </a:r>
          </a:p>
          <a:p>
            <a:pPr/>
            <a:r>
              <a:t>Reduce manual formatting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Input: Markdown text</a:t>
            </a:r>
          </a:p>
          <a:p>
            <a:pPr/>
            <a:r>
              <a:t>Processing: Python script</a:t>
            </a:r>
          </a:p>
          <a:p>
            <a:pPr/>
            <a:r>
              <a:t>Output: PowerPoint .pptx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Key Feature: Headers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H1 headers become slide titles</a:t>
            </a:r>
          </a:p>
          <a:p>
            <a:pPr/>
            <a:r>
              <a:t>Easy to organize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Key Feature: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Standard markdown lists</a:t>
            </a:r>
          </a:p>
          <a:p>
            <a:pPr/>
            <a:r>
              <a:t>Become bullet points on slides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Key Feature: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Supports ![]() syntax</a:t>
            </a:r>
          </a:p>
          <a:p>
            <a:pPr/>
            <a:r>
              <a:t>Auto-scaling to fit layout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Technical Details - Python-pptx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Uses the python-pptx library</a:t>
            </a:r>
          </a:p>
          <a:p>
            <a:pPr/>
            <a:r>
              <a:t>Robust manipulation of Open XML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Technical Details -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Custom parser for Markdown</a:t>
            </a:r>
          </a:p>
          <a:p>
            <a:pPr/>
            <a:r>
              <a:t>Regex for image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version control your slides</a:t>
            </a:r>
          </a:p>
          <a:p>
            <a:pPr/>
            <a:r>
              <a:t>Diff changes easily</a:t>
            </a:r>
          </a:p>
          <a:p>
            <a:pPr/>
            <a:r>
              <a:t>Generate from code/data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Use Cases -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Monthly status reports</a:t>
            </a:r>
          </a:p>
          <a:p>
            <a:pPr/>
            <a:r>
              <a:t>Automated analytics 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Use Cases -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Course materials</a:t>
            </a:r>
          </a:p>
          <a:p>
            <a:pPr/>
            <a:r>
              <a:t>Flashcards</a:t>
            </a:r>
          </a:p>
          <a:p>
            <a:pPr/>
            <a:r>
              <a:t>Lecture notes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13: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Keep text concise</a:t>
            </a:r>
          </a:p>
          <a:p>
            <a:pPr/>
            <a:r>
              <a:t>Use high-quality images</a:t>
            </a:r>
          </a:p>
          <a:p>
            <a:pPr/>
            <a:r>
              <a:t>Review generated layout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14: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Custom themes support</a:t>
            </a:r>
          </a:p>
          <a:p>
            <a:pPr/>
            <a:r>
              <a:t>Table support</a:t>
            </a:r>
          </a:p>
          <a:p>
            <a:pPr/>
            <a:r>
              <a:t>Chart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Markdown to PPT is powerful</a:t>
            </a:r>
          </a:p>
          <a:p>
            <a:pPr/>
            <a:r>
              <a:t>Saves time and effort</a:t>
            </a:r>
          </a:p>
          <a:p>
            <a:pPr/>
            <a:r>
              <a:t>Try it today!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