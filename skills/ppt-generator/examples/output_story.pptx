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 are going to explore how AI Agents are transforming the way we build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the days of searching for hours for a missing semicolon?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Copilots helped us type faster, but they didn't help us *think* bigger.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we are today. Agents that can plan, execute, and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It's the OODA loop applied to software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human is not replaced, but elevated. You become the conductor of the orchestra.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It's not magic. There are real engineering challenges we are solving.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building an app just by describing it. That future is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Future of Coding: AI &amp;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r>
              <a:t>Presentation by Antigravity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1: The Evolution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Era of Manual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Lines of code written by hand</a:t>
            </a:r>
          </a:p>
          <a:p>
            <a:pPr/>
            <a:r>
              <a:t>Mental compilation</a:t>
            </a:r>
          </a:p>
          <a:p>
            <a:pPr/>
            <a:r>
              <a:t>StackOverflow searching</a:t>
            </a:r>
          </a:p>
          <a:p>
            <a:pPr/>
            <a:r>
              <a:t>High cognitive load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Era of Copilots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Autocomplete on steroids</a:t>
            </a:r>
          </a:p>
          <a:p>
            <a:pPr/>
            <a:r>
              <a:t>Context-aware suggestions</a:t>
            </a:r>
          </a:p>
          <a:p>
            <a:pPr/>
            <a:r>
              <a:t>Faster boilerplate</a:t>
            </a:r>
          </a:p>
          <a:p>
            <a:pPr/>
            <a:r>
              <a:t>Still requires constant supervision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Enter: Autonomous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Planning &amp; Reasoning</a:t>
            </a:r>
          </a:p>
          <a:p>
            <a:pPr/>
            <a:r>
              <a:t>Tool Use (Terminal, Browser)</a:t>
            </a:r>
          </a:p>
          <a:p>
            <a:pPr/>
            <a:r>
              <a:t>Multi-step execution</a:t>
            </a:r>
          </a:p>
          <a:p>
            <a:pPr/>
            <a:r>
              <a:t>Feedback loops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2: How It 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 **Plan**: Analyze the request</a:t>
            </a:r>
          </a:p>
          <a:p>
            <a:r>
              <a:t>2.  **Act**: Execute tools</a:t>
            </a:r>
          </a:p>
          <a:p>
            <a:r>
              <a:t>3.  **Observe**: Check results</a:t>
            </a:r>
          </a:p>
          <a:p>
            <a:r>
              <a:t>4.  **Refine**: Fix errors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of the Trade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**File System**: Reading/Writing code</a:t>
            </a:r>
          </a:p>
          <a:p>
            <a:pPr/>
            <a:r>
              <a:t>**Terminal**: Running commands/tests</a:t>
            </a:r>
          </a:p>
          <a:p>
            <a:pPr/>
            <a:r>
              <a:t>**Browser**: Researching documentation</a:t>
            </a:r>
          </a:p>
          <a:p>
            <a:pPr/>
            <a:r>
              <a:t>**Communication**: Asking the user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3: The Impact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Speed &amp;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Rapid prototyping</a:t>
            </a:r>
          </a:p>
          <a:p>
            <a:pPr/>
            <a:r>
              <a:t>Automated refactoring</a:t>
            </a:r>
          </a:p>
          <a:p>
            <a:pPr/>
            <a:r>
              <a:t>Instant documentation (like this!)</a:t>
            </a:r>
          </a:p>
          <a:p>
            <a:pPr/>
            <a:r>
              <a:t>24/7 productivity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Human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From "Coder" to "Architect"</a:t>
            </a:r>
          </a:p>
          <a:p>
            <a:pPr/>
            <a:r>
              <a:t>High-level decision making</a:t>
            </a:r>
          </a:p>
          <a:p>
            <a:pPr/>
            <a:r>
              <a:t>Reviewing &amp; Approving plans</a:t>
            </a:r>
          </a:p>
          <a:p>
            <a:pPr/>
            <a:r>
              <a:t>creative direction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Context Management</a:t>
            </a:r>
          </a:p>
          <a:p>
            <a:pPr/>
            <a:r>
              <a:t>Safety &amp; Security</a:t>
            </a:r>
          </a:p>
          <a:p>
            <a:pPr/>
            <a:r>
              <a:t>verification difficult</a:t>
            </a:r>
          </a:p>
          <a:p>
            <a:pPr/>
            <a:r>
              <a:t>"Drift" from intent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4: 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Future is Agentic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Coding becomes conversational</a:t>
            </a:r>
          </a:p>
          <a:p>
            <a:pPr/>
            <a:r>
              <a:t>Ideas to Reality in minutes</a:t>
            </a:r>
          </a:p>
          <a:p>
            <a:pPr/>
            <a:r>
              <a:t>democratized software creation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Questions?</a:t>
            </a:r>
          </a:p>
          <a:p>
            <a:pPr/>
            <a:r>
              <a:t>Contact: antigravity@deepmind.google</a:t>
            </a:r>
          </a:p>
          <a:p>
            <a:pPr/>
            <a:r>
              <a:t>*Generated by ppt-generator*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